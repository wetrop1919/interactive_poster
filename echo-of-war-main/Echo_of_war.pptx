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C9A7A-90BB-94C4-4621-7ED9C8907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A8686F-8125-00D4-6738-0B2D72D3A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810BEB-547F-0D2D-1A54-0762DB46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78586-F7A0-FB74-F301-4F019AD0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F17DBA-0232-6221-B466-420704EC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82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0DACF-36BB-EAC5-D96A-E98C793D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DEDFA6-E569-4907-72D1-B8032625D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98DA6-48B9-693E-8C64-809D52B5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087810-F742-01A2-C72A-7AA9ED5FB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668C3B-F61F-807B-24B3-86BA44FD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619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E33D6-5293-CE9C-CFB2-313626117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9F8C63-4CAA-FE9E-8994-F9F87C931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38D9B0-EEC1-4B9E-B215-A1324E53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2E254B-C62B-43AA-C8FC-6423830A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26AA29-CABA-D226-094A-00936C1E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50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7496E-53A1-2CD0-92DF-4922F784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2F4DD-D0DC-767A-C610-0DB69BE31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47639-410F-86A0-87C4-08B38928B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76B282-2B4B-64A7-D67D-9B266714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FD960-C6A3-60A4-B345-CC0CBBB2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F64C67-7EAC-C73F-5CA9-4D1517E5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22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8AC45-EAAC-A1F5-DADA-95F1315E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02D0D7-C584-C0FF-63CE-D92B24870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8FC115-2A8A-31B5-2756-AC7BD17A7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954B19-4113-9F40-F460-18B5743A4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7658BF-77BA-C3BC-9F3A-A82CDDA39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040B15-BB98-2DBE-CA0B-E69EA5EB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9E1F68-313D-0934-1977-9F3D8C51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12D9BD-40A1-33B7-5202-629BA521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9335C-CF4C-07E4-5103-DA6DCE2C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755A57-0568-9C5B-B39C-E2BAC538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329247-6A85-9A29-FFF1-0378E4A5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B81C1A-BD71-0B9D-6630-81713CA9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8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CC6A97-775E-86A2-4051-3290AC62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C1C8CE-9E7C-B220-5DFB-D7EFA378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B6B8F9-EAA8-4A62-7F67-A45B061E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04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421F3-9DC1-CB6C-B18D-36B8B935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BAD463-BB0F-2E06-DDEE-5D2D0B240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D6AF2C-7146-3794-12C3-4491CEBE3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242B9E-BDEA-AC0C-FDA0-5048FE02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F74266-86CC-F934-7E92-8E3003BC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4E38A6-B758-574A-B101-45D92CAE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67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453B0-AE70-FBF8-A786-F8FA8D8D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83274C-5B69-6ED1-9723-5EA73D40D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0727DD-66F4-29ED-CFD6-FCAB82E23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265B0B-B973-BF91-F56D-9C940DF0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43C75D-0664-F1BA-CC44-CCD48C57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015032-6A0C-1E74-E271-9AB735B8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20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FB8179-19E7-1A73-86C7-1025AFAB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BD1853-EEB7-6CDD-42E1-744154275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A10069-7476-2E24-8CD5-A840BEEB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8B3AA4-FC09-620C-689B-AEEF8229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ACA606-7D99-C27A-41BB-A30F887C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6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00DFC12-61BB-CD5E-10C6-11559A410C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D45DA1-AB04-DA3E-7485-3E5754D32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60EE55-D06D-9927-34B8-F5874F824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96FC22-E37E-6604-D8E3-F19E4009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185941-877D-5EBB-E06B-A616CCDD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1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E970F-D26A-93FF-0A3E-9BE995A5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9D70E1-3EC0-5A0C-205A-DC13D0272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EDC93E-DEBF-9B48-F74D-34EA016C0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7D699-01A2-4504-B880-2310247EAB1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EB8C8E-1537-4A64-F6B2-6F723798D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9FD3D-970E-B1F3-9133-6DA6B2047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3295C-7FB8-4553-A252-07C0EEF7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27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etrop1919.github.io/echo-of-war/main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магазин, дисплей, в помещении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62938D2-87A4-8285-22B1-6A8B516FA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633" y="-57840"/>
            <a:ext cx="12425266" cy="697368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AF5FD-AE08-D893-7700-DC2CD2EBF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bg1">
                    <a:lumMod val="95000"/>
                  </a:schemeClr>
                </a:solidFill>
              </a:rPr>
              <a:t>“</a:t>
            </a:r>
            <a:r>
              <a:rPr lang="ru-RU" b="1" i="1" dirty="0">
                <a:solidFill>
                  <a:schemeClr val="bg1">
                    <a:lumMod val="95000"/>
                  </a:schemeClr>
                </a:solidFill>
              </a:rPr>
              <a:t>Эхо войны</a:t>
            </a:r>
            <a:r>
              <a:rPr lang="en-US" b="1" i="1" dirty="0">
                <a:solidFill>
                  <a:schemeClr val="bg1">
                    <a:lumMod val="95000"/>
                  </a:schemeClr>
                </a:solidFill>
              </a:rPr>
              <a:t>”</a:t>
            </a:r>
            <a:endParaRPr lang="ru-RU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3B27FD-FCE0-5C62-5DE9-EB3FC457E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Автор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 ученик 8 класса Романовский Мефодий</a:t>
            </a:r>
          </a:p>
          <a:p>
            <a:pPr algn="l"/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Руководитель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Шавель Виктория Сергеевна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DA090-2D64-99D0-16FC-6B9AE7459FF5}"/>
              </a:ext>
            </a:extLst>
          </p:cNvPr>
          <p:cNvSpPr txBox="1"/>
          <p:nvPr/>
        </p:nvSpPr>
        <p:spPr>
          <a:xfrm>
            <a:off x="-116633" y="0"/>
            <a:ext cx="12013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Государственное учреждение образования «Средняя школа № 12 города Могилева»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2DEAE-F6C1-8630-E0D9-AD3F79B19BDF}"/>
              </a:ext>
            </a:extLst>
          </p:cNvPr>
          <p:cNvSpPr txBox="1"/>
          <p:nvPr/>
        </p:nvSpPr>
        <p:spPr>
          <a:xfrm>
            <a:off x="4136572" y="1990573"/>
            <a:ext cx="6288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</a:rPr>
              <a:t>Презентация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25122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рукописный текст, Самоклеющийся листок, меню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D003C82-1B5C-DA88-B5C7-90C049151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5780" y="-1572628"/>
            <a:ext cx="13022425" cy="8692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3C8DB5-17D1-5D5B-3035-4699E13DC48B}"/>
              </a:ext>
            </a:extLst>
          </p:cNvPr>
          <p:cNvSpPr txBox="1"/>
          <p:nvPr/>
        </p:nvSpPr>
        <p:spPr>
          <a:xfrm>
            <a:off x="485191" y="1371600"/>
            <a:ext cx="89480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-apple-system"/>
              </a:rPr>
              <a:t>Обеспечить доступный и увлекательный формат сохранения исторической памяти о событиях Великой Отечественной войны, познакомить школьников и гостей с музейными экспонатами и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-apple-system"/>
              </a:rPr>
              <a:t>эпизодами</a:t>
            </a:r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-apple-system"/>
              </a:rPr>
              <a:t>, связанными с подвигами защитников Могилевщины.</a:t>
            </a:r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F5E93-05C2-3D58-B529-98AB3A04E170}"/>
              </a:ext>
            </a:extLst>
          </p:cNvPr>
          <p:cNvSpPr txBox="1"/>
          <p:nvPr/>
        </p:nvSpPr>
        <p:spPr>
          <a:xfrm>
            <a:off x="485191" y="530298"/>
            <a:ext cx="65874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1" dirty="0">
                <a:solidFill>
                  <a:schemeClr val="bg1">
                    <a:lumMod val="95000"/>
                  </a:schemeClr>
                </a:solidFill>
              </a:rPr>
              <a:t>Цель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CD1E2-7729-FE65-8EDE-B54711682EC6}"/>
              </a:ext>
            </a:extLst>
          </p:cNvPr>
          <p:cNvSpPr txBox="1"/>
          <p:nvPr/>
        </p:nvSpPr>
        <p:spPr>
          <a:xfrm>
            <a:off x="485191" y="3672573"/>
            <a:ext cx="65874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1" dirty="0">
                <a:solidFill>
                  <a:schemeClr val="bg1">
                    <a:lumMod val="95000"/>
                  </a:schemeClr>
                </a:solidFill>
              </a:rPr>
              <a:t>Задачи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9B757-B941-A538-6D4F-9D0E03007275}"/>
              </a:ext>
            </a:extLst>
          </p:cNvPr>
          <p:cNvSpPr txBox="1"/>
          <p:nvPr/>
        </p:nvSpPr>
        <p:spPr>
          <a:xfrm>
            <a:off x="485190" y="4447498"/>
            <a:ext cx="11706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>
                    <a:lumMod val="95000"/>
                  </a:schemeClr>
                </a:solidFill>
              </a:rPr>
              <a:t>1. Разработать виртуальный квест на основе музейных экспонатов и архивных материалов.</a:t>
            </a:r>
          </a:p>
          <a:p>
            <a:endParaRPr lang="ru-RU" sz="20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000" b="1" dirty="0">
                <a:solidFill>
                  <a:schemeClr val="bg1">
                    <a:lumMod val="95000"/>
                  </a:schemeClr>
                </a:solidFill>
              </a:rPr>
              <a:t>2. Разместить проект в интернете и сделать его доступным для широкой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314333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89479B8-B742-36A7-6A30-C25EC5784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7050" y="-260684"/>
            <a:ext cx="23319830" cy="711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43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в помещении, домашнее растение, ст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FEF1857-BA79-202D-755D-5CF868AB5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0" y="3169543"/>
            <a:ext cx="6571861" cy="3688457"/>
          </a:xfrm>
          <a:prstGeom prst="rect">
            <a:avLst/>
          </a:prstGeom>
        </p:spPr>
      </p:pic>
      <p:pic>
        <p:nvPicPr>
          <p:cNvPr id="5" name="Рисунок 4" descr="Изображение выглядит как в помещении, магазин, Розничная торговля, коллекц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71DE41-EE45-A0C4-8CB4-06CA4ED0E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861" y="15796"/>
            <a:ext cx="7620000" cy="4276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D5B7DF-C76D-41BF-C316-3E735B6A8E50}"/>
              </a:ext>
            </a:extLst>
          </p:cNvPr>
          <p:cNvSpPr txBox="1"/>
          <p:nvPr/>
        </p:nvSpPr>
        <p:spPr>
          <a:xfrm>
            <a:off x="0" y="15796"/>
            <a:ext cx="47648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Impact" panose="020B0806030902050204" pitchFamily="34" charset="0"/>
              </a:rPr>
              <a:t>Создание данного проекта стало возможным благодаря тесному сотрудничеству учителей и учеников ГУО «Средняя школа №12 г. Могилева» с нашими соседями — ГУО «Средняя школа №22 г. Могилева».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5BB94-BBE1-1CEC-CFEA-F774669EDA61}"/>
              </a:ext>
            </a:extLst>
          </p:cNvPr>
          <p:cNvSpPr txBox="1"/>
          <p:nvPr/>
        </p:nvSpPr>
        <p:spPr>
          <a:xfrm>
            <a:off x="5232237" y="4472595"/>
            <a:ext cx="65718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0F1720"/>
                </a:solidFill>
                <a:effectLst/>
                <a:latin typeface="Impact" panose="020B0806030902050204" pitchFamily="34" charset="0"/>
              </a:rPr>
              <a:t>Совет </a:t>
            </a:r>
            <a:r>
              <a:rPr lang="ru-RU" sz="2400" dirty="0">
                <a:solidFill>
                  <a:srgbClr val="0F1720"/>
                </a:solidFill>
                <a:latin typeface="Impact" panose="020B0806030902050204" pitchFamily="34" charset="0"/>
              </a:rPr>
              <a:t>М</a:t>
            </a:r>
            <a:r>
              <a:rPr lang="ru-RU" sz="2400" b="0" i="0" dirty="0">
                <a:solidFill>
                  <a:srgbClr val="0F1720"/>
                </a:solidFill>
                <a:effectLst/>
                <a:latin typeface="Impact" panose="020B0806030902050204" pitchFamily="34" charset="0"/>
              </a:rPr>
              <a:t>узея боевой славы СШ № 22  предоставил нам предметы, документы и видеоматериалы, ставшие основой данного проекта.</a:t>
            </a:r>
            <a:endParaRPr lang="ru-RU" sz="24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1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11DC961-8B3F-8250-BD98-9E7D8CE0B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869" y="-275253"/>
            <a:ext cx="12335737" cy="740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03327B-B5E1-3D83-1EEE-1519D786E959}"/>
              </a:ext>
            </a:extLst>
          </p:cNvPr>
          <p:cNvSpPr txBox="1"/>
          <p:nvPr/>
        </p:nvSpPr>
        <p:spPr>
          <a:xfrm>
            <a:off x="1306285" y="3113198"/>
            <a:ext cx="2453951" cy="83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>
                    <a:lumMod val="65000"/>
                  </a:schemeClr>
                </a:solidFill>
              </a:rPr>
              <a:t>Предмет, оповестивший голосом Левитана о начале войны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7864B-22A1-74CC-45F3-11130DFD994E}"/>
              </a:ext>
            </a:extLst>
          </p:cNvPr>
          <p:cNvSpPr txBox="1"/>
          <p:nvPr/>
        </p:nvSpPr>
        <p:spPr>
          <a:xfrm>
            <a:off x="5663654" y="2967335"/>
            <a:ext cx="2453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>
                    <a:lumMod val="65000"/>
                  </a:schemeClr>
                </a:solidFill>
              </a:rPr>
              <a:t>Кожаное изделие предназначена для ношения пистолета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61022-C236-6824-570D-36897104F9BF}"/>
              </a:ext>
            </a:extLst>
          </p:cNvPr>
          <p:cNvSpPr txBox="1"/>
          <p:nvPr/>
        </p:nvSpPr>
        <p:spPr>
          <a:xfrm>
            <a:off x="8518655" y="5012871"/>
            <a:ext cx="3330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>
                <a:solidFill>
                  <a:schemeClr val="bg1">
                    <a:lumMod val="65000"/>
                  </a:schemeClr>
                </a:solidFill>
                <a:latin typeface="Bahnschrift SemiBold" panose="020B0502040204020203" pitchFamily="34" charset="0"/>
              </a:rPr>
              <a:t>Полковник. Командовал обороной Могилева на </a:t>
            </a:r>
            <a:r>
              <a:rPr lang="ru-RU" sz="2000" b="1" i="1" dirty="0" err="1">
                <a:solidFill>
                  <a:schemeClr val="bg1">
                    <a:lumMod val="65000"/>
                  </a:schemeClr>
                </a:solidFill>
                <a:latin typeface="Bahnschrift SemiBold" panose="020B0502040204020203" pitchFamily="34" charset="0"/>
              </a:rPr>
              <a:t>Буйничском</a:t>
            </a:r>
            <a:r>
              <a:rPr lang="ru-RU" sz="2000" b="1" i="1" dirty="0">
                <a:solidFill>
                  <a:schemeClr val="bg1">
                    <a:lumMod val="65000"/>
                  </a:schemeClr>
                </a:solidFill>
                <a:latin typeface="Bahnschrift SemiBold" panose="020B0502040204020203" pitchFamily="34" charset="0"/>
              </a:rPr>
              <a:t> поле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F7D15-F2F2-C12D-989F-A68575860617}"/>
              </a:ext>
            </a:extLst>
          </p:cNvPr>
          <p:cNvSpPr txBox="1"/>
          <p:nvPr/>
        </p:nvSpPr>
        <p:spPr>
          <a:xfrm>
            <a:off x="3498980" y="1040177"/>
            <a:ext cx="2569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Трофейный предмет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03D69-FE52-0A7B-2621-BC8D90C33784}"/>
              </a:ext>
            </a:extLst>
          </p:cNvPr>
          <p:cNvSpPr txBox="1"/>
          <p:nvPr/>
        </p:nvSpPr>
        <p:spPr>
          <a:xfrm>
            <a:off x="0" y="111967"/>
            <a:ext cx="36762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Отвечая на вопросы, кликните на изображение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0277D-555A-B3D3-50C4-D46588FFB87C}"/>
              </a:ext>
            </a:extLst>
          </p:cNvPr>
          <p:cNvSpPr txBox="1"/>
          <p:nvPr/>
        </p:nvSpPr>
        <p:spPr>
          <a:xfrm>
            <a:off x="5080518" y="-91947"/>
            <a:ext cx="418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bg1">
                    <a:lumMod val="95000"/>
                  </a:schemeClr>
                </a:solidFill>
              </a:rPr>
              <a:t>Правильный ответ позволит приблизиться к Победе</a:t>
            </a:r>
          </a:p>
        </p:txBody>
      </p:sp>
      <p:pic>
        <p:nvPicPr>
          <p:cNvPr id="10" name="Рисунок 9">
            <a:hlinkClick r:id="rId3"/>
            <a:extLst>
              <a:ext uri="{FF2B5EF4-FFF2-40B4-BE49-F238E27FC236}">
                <a16:creationId xmlns:a16="http://schemas.microsoft.com/office/drawing/2014/main" id="{CD5B8A93-76AA-DC76-504A-61B9C6F89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420" y="3890665"/>
            <a:ext cx="1504869" cy="150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6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текст, книга, меню, письм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7361738-3B9A-DD40-ED21-AF0F822E1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29" r="24845" b="245"/>
          <a:stretch/>
        </p:blipFill>
        <p:spPr>
          <a:xfrm>
            <a:off x="10177312" y="2108562"/>
            <a:ext cx="1909899" cy="2085066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шляп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EB06AA-5079-C14E-9D47-6CD4B5F65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818" y="1410657"/>
            <a:ext cx="3106949" cy="2072335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оружие, Пистолет, огнестрельное оружие, спусковой крюч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0003ADA-659B-8D27-4685-1AD7457C1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569" y="5172676"/>
            <a:ext cx="2429859" cy="1620716"/>
          </a:xfrm>
          <a:prstGeom prst="rect">
            <a:avLst/>
          </a:prstGeom>
        </p:spPr>
      </p:pic>
      <p:pic>
        <p:nvPicPr>
          <p:cNvPr id="8" name="Рисунок 7" descr="Изображение выглядит как музыка, аккордеон, гармоника, Народный инстр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83768DF-980E-0EF4-6FE7-90B5FA09C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615" y="5237284"/>
            <a:ext cx="2429859" cy="1620716"/>
          </a:xfrm>
          <a:prstGeom prst="rect">
            <a:avLst/>
          </a:prstGeom>
        </p:spPr>
      </p:pic>
      <p:pic>
        <p:nvPicPr>
          <p:cNvPr id="10" name="Рисунок 9" descr="Изображение выглядит как музыка, музыкальный инструмент, струнный инструмент, балалай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9367A4-B8CD-B72F-CC10-6D80B3F552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114" y="4226812"/>
            <a:ext cx="1676633" cy="25136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5DF0AC-897E-60A7-0D00-9F79C9563644}"/>
              </a:ext>
            </a:extLst>
          </p:cNvPr>
          <p:cNvSpPr txBox="1"/>
          <p:nvPr/>
        </p:nvSpPr>
        <p:spPr>
          <a:xfrm>
            <a:off x="-1" y="210328"/>
            <a:ext cx="12192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Презентацию проекта хочется завершить посланием бойцов из 1941-1945 </a:t>
            </a:r>
            <a:r>
              <a:rPr lang="ru-RU" sz="2400" b="1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г.г</a:t>
            </a:r>
            <a:r>
              <a:rPr lang="ru-RU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., в котором перечислены многие экспонаты музея, не представленные на сайте, но имеют большую историческую ценность.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750B16-BCA6-C427-B8B3-73AA6ABE790F}"/>
              </a:ext>
            </a:extLst>
          </p:cNvPr>
          <p:cNvSpPr txBox="1"/>
          <p:nvPr/>
        </p:nvSpPr>
        <p:spPr>
          <a:xfrm>
            <a:off x="205273" y="1410657"/>
            <a:ext cx="444224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Из 41-го хотим вам пожелать                   </a:t>
            </a:r>
          </a:p>
          <a:p>
            <a:r>
              <a:rPr lang="ru-RU" b="1" dirty="0"/>
              <a:t>Такого горя никогда не знать:                  </a:t>
            </a:r>
          </a:p>
          <a:p>
            <a:r>
              <a:rPr lang="ru-RU" b="1" dirty="0"/>
              <a:t>Чтоб не летел на вас с неба огонь,            </a:t>
            </a:r>
          </a:p>
          <a:p>
            <a:r>
              <a:rPr lang="ru-RU" b="1" dirty="0"/>
              <a:t>Чтобы песни играла гармонь.                    </a:t>
            </a:r>
          </a:p>
          <a:p>
            <a:endParaRPr lang="ru-RU" b="1" dirty="0"/>
          </a:p>
          <a:p>
            <a:r>
              <a:rPr lang="ru-RU" b="1" dirty="0"/>
              <a:t>Пусть висит одиноко пилотка, </a:t>
            </a:r>
          </a:p>
          <a:p>
            <a:r>
              <a:rPr lang="ru-RU" b="1" dirty="0"/>
              <a:t>А рядом с нею солдатская фотка.</a:t>
            </a:r>
          </a:p>
          <a:p>
            <a:r>
              <a:rPr lang="ru-RU" b="1" dirty="0"/>
              <a:t>Кобура лежит для пистолета.</a:t>
            </a:r>
          </a:p>
          <a:p>
            <a:r>
              <a:rPr lang="ru-RU" b="1" dirty="0"/>
              <a:t>А в 41-ом тяжкое выдалось лето.</a:t>
            </a:r>
          </a:p>
          <a:p>
            <a:endParaRPr lang="ru-RU" b="1" dirty="0"/>
          </a:p>
          <a:p>
            <a:r>
              <a:rPr lang="ru-RU" b="1" dirty="0"/>
              <a:t>Снаряды летели, взрывались, </a:t>
            </a:r>
          </a:p>
          <a:p>
            <a:r>
              <a:rPr lang="ru-RU" b="1" dirty="0"/>
              <a:t>Гильзы чёрные в землю втыкались.</a:t>
            </a:r>
          </a:p>
          <a:p>
            <a:r>
              <a:rPr lang="ru-RU" b="1" dirty="0"/>
              <a:t>От жажды спасала нас фляжка.</a:t>
            </a:r>
          </a:p>
          <a:p>
            <a:r>
              <a:rPr lang="ru-RU" b="1" dirty="0"/>
              <a:t>У командира пробита фуражка.</a:t>
            </a:r>
          </a:p>
          <a:p>
            <a:endParaRPr lang="ru-RU" b="1" dirty="0"/>
          </a:p>
          <a:p>
            <a:r>
              <a:rPr lang="ru-RU" b="1" dirty="0"/>
              <a:t>Нас каска от пуль защищала.</a:t>
            </a:r>
          </a:p>
          <a:p>
            <a:r>
              <a:rPr lang="ru-RU" b="1" dirty="0"/>
              <a:t>Балалайка от скуки спасала.</a:t>
            </a:r>
          </a:p>
          <a:p>
            <a:r>
              <a:rPr lang="ru-RU" b="1" dirty="0"/>
              <a:t>Фашист наступал до зимы.</a:t>
            </a:r>
          </a:p>
          <a:p>
            <a:r>
              <a:rPr lang="ru-RU" b="1" dirty="0"/>
              <a:t>Но не смог он дойти до Москвы.</a:t>
            </a:r>
          </a:p>
          <a:p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7C36A-FE52-8B8D-2F7C-EBB4F9B9C906}"/>
              </a:ext>
            </a:extLst>
          </p:cNvPr>
          <p:cNvSpPr txBox="1"/>
          <p:nvPr/>
        </p:nvSpPr>
        <p:spPr>
          <a:xfrm>
            <a:off x="6606073" y="1443841"/>
            <a:ext cx="473398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Мы поганого  зверя погнали.</a:t>
            </a:r>
          </a:p>
          <a:p>
            <a:r>
              <a:rPr lang="ru-RU" b="1" dirty="0"/>
              <a:t>Берёзки и сосны своих защищали (фото).</a:t>
            </a:r>
          </a:p>
          <a:p>
            <a:r>
              <a:rPr lang="ru-RU" b="1" dirty="0"/>
              <a:t>Мы с победой вернулись домой.</a:t>
            </a:r>
          </a:p>
          <a:p>
            <a:r>
              <a:rPr lang="ru-RU" b="1" dirty="0"/>
              <a:t>Чемодан прихватили с собой.</a:t>
            </a:r>
          </a:p>
          <a:p>
            <a:endParaRPr lang="ru-RU" b="1" dirty="0"/>
          </a:p>
          <a:p>
            <a:r>
              <a:rPr lang="ru-RU" b="1" dirty="0"/>
              <a:t>Дневник в  чемодане  друзьям.</a:t>
            </a:r>
          </a:p>
          <a:p>
            <a:r>
              <a:rPr lang="ru-RU" b="1" dirty="0"/>
              <a:t>От солдат 45-го  - вам!</a:t>
            </a:r>
          </a:p>
          <a:p>
            <a:r>
              <a:rPr lang="ru-RU" b="1" dirty="0"/>
              <a:t>О том, как сражался отряд, </a:t>
            </a:r>
          </a:p>
          <a:p>
            <a:r>
              <a:rPr lang="ru-RU" b="1" dirty="0"/>
              <a:t>Как лучших  терял он  ребят.</a:t>
            </a:r>
          </a:p>
          <a:p>
            <a:r>
              <a:rPr lang="ru-RU" b="1" dirty="0"/>
              <a:t> </a:t>
            </a:r>
          </a:p>
          <a:p>
            <a:r>
              <a:rPr lang="ru-RU" b="1" dirty="0"/>
              <a:t>Они жизни свои положили, </a:t>
            </a:r>
          </a:p>
          <a:p>
            <a:r>
              <a:rPr lang="ru-RU" b="1" dirty="0"/>
              <a:t>Чтобы в мире народы все жили.</a:t>
            </a:r>
          </a:p>
          <a:p>
            <a:r>
              <a:rPr lang="ru-RU" b="1" dirty="0"/>
              <a:t>Память о «Славном», ребята, храните!</a:t>
            </a:r>
          </a:p>
          <a:p>
            <a:r>
              <a:rPr lang="ru-RU" b="1" dirty="0"/>
              <a:t>И МИР на земле сберегите!</a:t>
            </a:r>
          </a:p>
        </p:txBody>
      </p:sp>
      <p:pic>
        <p:nvPicPr>
          <p:cNvPr id="22" name="Рисунок 21" descr="Изображение выглядит как аксессуар, мешок, сумка, Багаж и сум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2D7BDCB-2F5F-A57B-F1B8-5DFFE08AF6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515" y="3551960"/>
            <a:ext cx="1312780" cy="16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6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B192A8-2A9D-A4B3-7305-3F308E45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27353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ABE09A-F09A-A026-8143-93ED29B49B66}"/>
              </a:ext>
            </a:extLst>
          </p:cNvPr>
          <p:cNvSpPr txBox="1"/>
          <p:nvPr/>
        </p:nvSpPr>
        <p:spPr>
          <a:xfrm>
            <a:off x="7875037" y="74644"/>
            <a:ext cx="3881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Этот проект я сделал на </a:t>
            </a:r>
            <a:r>
              <a:rPr lang="en-US" sz="2000" b="1" dirty="0"/>
              <a:t>HTML</a:t>
            </a:r>
            <a:r>
              <a:rPr lang="ru-RU" sz="2000" b="1" dirty="0"/>
              <a:t> –   для размещения в браузере, </a:t>
            </a:r>
            <a:r>
              <a:rPr lang="en-US" sz="2000" b="1" dirty="0"/>
              <a:t>CSS</a:t>
            </a:r>
            <a:r>
              <a:rPr lang="ru-RU" sz="2000" b="1" dirty="0"/>
              <a:t> – стили, цвета и размеры. </a:t>
            </a:r>
            <a:r>
              <a:rPr lang="en-US" sz="2000" b="1" i="0" dirty="0">
                <a:effectLst/>
                <a:latin typeface="Google Sans"/>
              </a:rPr>
              <a:t>JavaScript – </a:t>
            </a:r>
            <a:r>
              <a:rPr lang="ru-RU" sz="2000" b="1" i="0" dirty="0">
                <a:effectLst/>
                <a:latin typeface="Google Sans"/>
              </a:rPr>
              <a:t>для всего функционала данного проекта.</a:t>
            </a:r>
            <a:endParaRPr lang="ru-RU" sz="2000" b="1" dirty="0"/>
          </a:p>
        </p:txBody>
      </p:sp>
      <p:pic>
        <p:nvPicPr>
          <p:cNvPr id="8" name="Рисунок 7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B869D5D-B01D-DF08-5E49-F3A4FA0FE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6" t="3955" r="1027"/>
          <a:stretch/>
        </p:blipFill>
        <p:spPr>
          <a:xfrm>
            <a:off x="7875037" y="2086355"/>
            <a:ext cx="4316963" cy="484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7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магазин, дисплей, в помещении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62938D2-87A4-8285-22B1-6A8B516FA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633" y="-57840"/>
            <a:ext cx="12425266" cy="697368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AF5FD-AE08-D893-7700-DC2CD2EBF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1" dirty="0">
                <a:solidFill>
                  <a:schemeClr val="bg1">
                    <a:lumMod val="95000"/>
                  </a:schemeClr>
                </a:solidFill>
              </a:rPr>
              <a:t>Спасибо за внимание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3B27FD-FCE0-5C62-5DE9-EB3FC457E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endParaRPr lang="ru-RU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DA090-2D64-99D0-16FC-6B9AE7459FF5}"/>
              </a:ext>
            </a:extLst>
          </p:cNvPr>
          <p:cNvSpPr txBox="1"/>
          <p:nvPr/>
        </p:nvSpPr>
        <p:spPr>
          <a:xfrm>
            <a:off x="-116633" y="0"/>
            <a:ext cx="12013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Государственное учреждение образования «Средняя школа № 12 города Могилева» </a:t>
            </a:r>
          </a:p>
        </p:txBody>
      </p:sp>
    </p:spTree>
    <p:extLst>
      <p:ext uri="{BB962C8B-B14F-4D97-AF65-F5344CB8AC3E}">
        <p14:creationId xmlns:p14="http://schemas.microsoft.com/office/powerpoint/2010/main" val="161051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A025A4-9AB4-E9A8-18A3-29CCFB0801AC}"/>
              </a:ext>
            </a:extLst>
          </p:cNvPr>
          <p:cNvSpPr txBox="1"/>
          <p:nvPr/>
        </p:nvSpPr>
        <p:spPr>
          <a:xfrm>
            <a:off x="1856791" y="2006081"/>
            <a:ext cx="8042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highlight>
                  <a:srgbClr val="FFFF00"/>
                </a:highlight>
                <a:latin typeface="Segoe Script" panose="030B0504020000000003" pitchFamily="66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770613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426</Words>
  <Application>Microsoft Office PowerPoint</Application>
  <PresentationFormat>Широкоэкранный</PresentationFormat>
  <Paragraphs>57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Bahnschrift SemiBold</vt:lpstr>
      <vt:lpstr>Cambria Math</vt:lpstr>
      <vt:lpstr>Google Sans</vt:lpstr>
      <vt:lpstr>Impact</vt:lpstr>
      <vt:lpstr>Segoe Script</vt:lpstr>
      <vt:lpstr>Тема Office</vt:lpstr>
      <vt:lpstr>“Эхо войны”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mef7608084@gmail.com</dc:creator>
  <cp:lastModifiedBy>mef7608084@gmail.com</cp:lastModifiedBy>
  <cp:revision>2</cp:revision>
  <dcterms:created xsi:type="dcterms:W3CDTF">2025-11-04T16:50:31Z</dcterms:created>
  <dcterms:modified xsi:type="dcterms:W3CDTF">2025-11-05T06:01:06Z</dcterms:modified>
</cp:coreProperties>
</file>